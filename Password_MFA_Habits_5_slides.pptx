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Credential stuffing replays real leaked logins on other sites; it works because of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strong password stops brute force. Only a unique one stops credential stuffing.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words randomly from a big list. Crack times assume 10 billion guesses per second and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SMS today, authenticator app this month, passkey or key for email when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takes about ten minutes. Dummy accounts only for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6F5F0"/>
                </a:solidFill>
              </a:defRPr>
            </a:pPr>
            <a:r>
              <a:t>One leaked password can open every account you reuse it 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A9B4CC"/>
                </a:solidFill>
              </a:defRPr>
            </a:pPr>
            <a:r>
              <a:t>Credential stuffing (OWASP). Practise on dummy accounts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6F5F0"/>
                </a:solidFill>
              </a:defRPr>
            </a:pPr>
            <a:r>
              <a:t>1  A site you used is breached and its logins leak.</a:t>
            </a:r>
          </a:p>
          <a:p>
            <a:pPr>
              <a:spcAft>
                <a:spcPts val="1000"/>
              </a:spcAft>
              <a:defRPr sz="2400" b="0">
                <a:solidFill>
                  <a:srgbClr val="F6F5F0"/>
                </a:solidFill>
              </a:defRPr>
            </a:pPr>
            <a:r>
              <a:t>2  Bots replay the same email and password on other sites.</a:t>
            </a:r>
          </a:p>
          <a:p>
            <a:pPr>
              <a:spcAft>
                <a:spcPts val="1000"/>
              </a:spcAft>
              <a:defRPr sz="2400" b="0">
                <a:solidFill>
                  <a:srgbClr val="F6F5F0"/>
                </a:solidFill>
              </a:defRPr>
            </a:pPr>
            <a:r>
              <a:t>3  Your reused password opens your email, then everything else.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4213D"/>
                </a:solidFill>
              </a:defRPr>
            </a:pPr>
            <a:r>
              <a:t>Three attacks, three different defences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B6472"/>
                </a:solidFill>
              </a:defRPr>
            </a:pPr>
            <a:r>
              <a:t>Sources: OWASP; vendor explainers.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What the attacker starts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What stops it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Credential stuffing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Real passwords leaked from another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Unique password per site, plus MFA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Brute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Nothing; guesses many passwords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Long passphrase, lockout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Password spraying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 short list of very common passwords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Block common passwords, lockout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4213D"/>
                </a:solidFill>
              </a:defRPr>
            </a:pPr>
            <a:r>
              <a:t>A strong password stops brute force. Only a unique one stops credential stuffing.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4213D"/>
                </a:solidFill>
              </a:defRPr>
            </a:pPr>
            <a:r>
              <a:t>Long and random beats complex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B6472"/>
                </a:solidFill>
              </a:defRPr>
            </a:pPr>
            <a:r>
              <a:t>Numbers from the entropy demo (dummy data). NIST SP 800-63B Rev. 4: length first, no forced symbols.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213D"/>
                </a:solidFill>
              </a:defRPr>
            </a:pPr>
            <a:r>
              <a:t>LOOKS COMPLEX</a:t>
            </a:r>
          </a:p>
          <a:p>
            <a:pPr>
              <a:spcAft>
                <a:spcPts val="1000"/>
              </a:spcAft>
              <a:defRPr sz="2000" b="0">
                <a:solidFill>
                  <a:srgbClr val="14213D"/>
                </a:solidFill>
              </a:defRPr>
            </a:pPr>
            <a:r>
              <a:t>Hostel@2026</a:t>
            </a:r>
          </a:p>
          <a:p>
            <a:pPr>
              <a:spcAft>
                <a:spcPts val="1000"/>
              </a:spcAft>
              <a:defRPr sz="2000" b="0">
                <a:solidFill>
                  <a:srgbClr val="14213D"/>
                </a:solidFill>
              </a:defRPr>
            </a:pPr>
            <a:r>
              <a:t>Common word plus decoration. Guessed in under a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695F"/>
                </a:solidFill>
              </a:defRPr>
            </a:pPr>
            <a:r>
              <a:t>ACTUALLY STRONG</a:t>
            </a:r>
          </a:p>
          <a:p>
            <a:pPr>
              <a:spcAft>
                <a:spcPts val="1000"/>
              </a:spcAft>
              <a:defRPr sz="2000" b="0">
                <a:solidFill>
                  <a:srgbClr val="17695F"/>
                </a:solidFill>
              </a:defRPr>
            </a:pPr>
            <a:r>
              <a:t>six random words</a:t>
            </a:r>
          </a:p>
          <a:p>
            <a:pPr>
              <a:spcAft>
                <a:spcPts val="1000"/>
              </a:spcAft>
              <a:defRPr sz="2000" b="0">
                <a:solidFill>
                  <a:srgbClr val="17695F"/>
                </a:solidFill>
              </a:defRPr>
            </a:pPr>
            <a:r>
              <a:t>About 77.5 bits from a 7776-word list. Hundreds of thousands of years at an assumed 10 billion guesses/s.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4213D"/>
                </a:solidFill>
              </a:defRPr>
            </a:pPr>
            <a:r>
              <a:t>A password manager remembers the rest.</a:t>
            </a:r>
          </a:p>
          <a:p>
            <a:pPr>
              <a:spcAft>
                <a:spcPts val="1000"/>
              </a:spcAft>
              <a:defRPr sz="2200" b="1">
                <a:solidFill>
                  <a:srgbClr val="14213D"/>
                </a:solidFill>
              </a:defRPr>
            </a:pPr>
            <a:r>
              <a:t>You memorise one master passphrase; it creates a unique random password for every 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4213D"/>
                </a:solidFill>
              </a:defRPr>
            </a:pPr>
            <a:r>
              <a:t>Climb the MFA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B6472"/>
                </a:solidFill>
              </a:defRPr>
            </a:pPr>
            <a:r>
              <a:t>Sources: CISA; NIST small-business MFA fact sheet.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08960"/>
                <a:gridCol w="256032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Phishing-resistant?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Works offline?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Use it for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SMS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No, needs mobile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Only if nothing better exists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Authenticator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No, a fake site can collect the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Most accounts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Security key or passkey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Yes (FIDO2 / WebAuthn)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Email and your password-manager vault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4213D"/>
                </a:solidFill>
              </a:defRPr>
            </a:pPr>
            <a:r>
              <a:t>Any MFA beats none. Phishing-resistant MFA is the gold standard (CISA).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6F5F0"/>
                </a:solidFill>
              </a:defRPr>
            </a:pPr>
            <a:r>
              <a:t>Your first 30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A9B4CC"/>
                </a:solidFill>
              </a:defRPr>
            </a:pPr>
            <a:r>
              <a:t>Never type a real password into a demo or an AI tool.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6F5F0"/>
                </a:solidFill>
              </a:defRPr>
            </a:pPr>
            <a:r>
              <a:t>1  Install a password manager; set a master passphrase.</a:t>
            </a:r>
          </a:p>
          <a:p>
            <a:pPr>
              <a:spcAft>
                <a:spcPts val="1000"/>
              </a:spcAft>
              <a:defRPr sz="2200" b="0">
                <a:solidFill>
                  <a:srgbClr val="F6F5F0"/>
                </a:solidFill>
              </a:defRPr>
            </a:pPr>
            <a:r>
              <a:t>2  New passphrase on your main email; turn on MFA.</a:t>
            </a:r>
          </a:p>
          <a:p>
            <a:pPr>
              <a:spcAft>
                <a:spcPts val="1000"/>
              </a:spcAft>
              <a:defRPr sz="2200" b="0">
                <a:solidFill>
                  <a:srgbClr val="F6F5F0"/>
                </a:solidFill>
              </a:defRPr>
            </a:pPr>
            <a:r>
              <a:t>3  Add MFA to your college portal and payment apps.</a:t>
            </a:r>
          </a:p>
          <a:p>
            <a:pPr>
              <a:spcAft>
                <a:spcPts val="1000"/>
              </a:spcAft>
              <a:defRPr sz="2200" b="0">
                <a:solidFill>
                  <a:srgbClr val="F6F5F0"/>
                </a:solidFill>
              </a:defRPr>
            </a:pPr>
            <a:r>
              <a:t>4  Write down recovery codes and lock them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2B26B"/>
                </a:solidFill>
              </a:defRPr>
            </a:pPr>
            <a:r>
              <a:t>THREE RULES, ALWAYS</a:t>
            </a:r>
          </a:p>
          <a:p>
            <a:pPr>
              <a:spcAft>
                <a:spcPts val="1000"/>
              </a:spcAft>
              <a:defRPr sz="2200" b="0">
                <a:solidFill>
                  <a:srgbClr val="F2B26B"/>
                </a:solidFill>
              </a:defRPr>
            </a:pPr>
            <a:r>
              <a:t>Never share an OTP with anyone.</a:t>
            </a:r>
          </a:p>
          <a:p>
            <a:pPr>
              <a:spcAft>
                <a:spcPts val="1000"/>
              </a:spcAft>
              <a:defRPr sz="2200" b="0">
                <a:solidFill>
                  <a:srgbClr val="F2B26B"/>
                </a:solidFill>
              </a:defRPr>
            </a:pPr>
            <a:r>
              <a:t>Deny any login prompt you did not start.</a:t>
            </a:r>
          </a:p>
          <a:p>
            <a:pPr>
              <a:spcAft>
                <a:spcPts val="1000"/>
              </a:spcAft>
              <a:defRPr sz="2200" b="0">
                <a:solidFill>
                  <a:srgbClr val="F2B26B"/>
                </a:solidFill>
              </a:defRPr>
            </a:pPr>
            <a:r>
              <a:t>Keep recovery codes offline, away from your phone.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